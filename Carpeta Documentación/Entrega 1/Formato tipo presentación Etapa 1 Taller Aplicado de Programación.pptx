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11309350" cx="20104100"/>
  <p:notesSz cx="20104100" cy="113093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17" roundtripDataSignature="AMtx7mhhswhwYOvrLQcwO1Xeh/ahk6/Q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customschemas.google.com/relationships/presentationmetadata" Target="metadata"/><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8712200" cy="566738"/>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 name="Google Shape;4;n"/>
          <p:cNvSpPr txBox="1"/>
          <p:nvPr>
            <p:ph idx="10" type="dt"/>
          </p:nvPr>
        </p:nvSpPr>
        <p:spPr>
          <a:xfrm>
            <a:off x="11387138" y="0"/>
            <a:ext cx="8712200" cy="5667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 name="Google Shape;5;n"/>
          <p:cNvSpPr/>
          <p:nvPr>
            <p:ph idx="3"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0742613"/>
            <a:ext cx="8712200" cy="56673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n"/>
          <p:cNvSpPr txBox="1"/>
          <p:nvPr>
            <p:ph idx="12" type="sldNum"/>
          </p:nvPr>
        </p:nvSpPr>
        <p:spPr>
          <a:xfrm>
            <a:off x="11387138" y="10742613"/>
            <a:ext cx="8712200" cy="56673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sz="1200"/>
              <a:t>‹#›</a:t>
            </a:fld>
            <a:endParaRPr sz="12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1:notes"/>
          <p:cNvSpPr txBox="1"/>
          <p:nvPr>
            <p:ph idx="1" type="body"/>
          </p:nvPr>
        </p:nvSpPr>
        <p:spPr>
          <a:xfrm>
            <a:off x="2009775" y="5441950"/>
            <a:ext cx="16084550" cy="44545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1: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2: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2: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 name="Google Shape;79;p2:notes"/>
          <p:cNvSpPr txBox="1"/>
          <p:nvPr>
            <p:ph idx="12" type="sldNum"/>
          </p:nvPr>
        </p:nvSpPr>
        <p:spPr>
          <a:xfrm>
            <a:off x="11387138" y="10742613"/>
            <a:ext cx="8712200" cy="56673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d38bcc1d95_0_21: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91" name="Google Shape;91;g3d38bcc1d95_0_21: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g3d38bcc1d95_0_21: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5:notes"/>
          <p:cNvSpPr txBox="1"/>
          <p:nvPr>
            <p:ph idx="1" type="body"/>
          </p:nvPr>
        </p:nvSpPr>
        <p:spPr>
          <a:xfrm>
            <a:off x="2009775" y="5441950"/>
            <a:ext cx="16084550" cy="44545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5: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3888d16c9_0_6: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d3888d16c9_0_6: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g3d3888d16c9_0_6: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d3888d16c9_0_31: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d3888d16c9_0_31: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g3d3888d16c9_0_31: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d3888d16c9_0_16: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d3888d16c9_0_16: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g3d3888d16c9_0_16: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d3888d16c9_0_11: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d3888d16c9_0_11: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g3d3888d16c9_0_11: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txBox="1"/>
          <p:nvPr>
            <p:ph idx="1" type="body"/>
          </p:nvPr>
        </p:nvSpPr>
        <p:spPr>
          <a:xfrm>
            <a:off x="2009775" y="5441950"/>
            <a:ext cx="16084550" cy="44545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6: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8:notes"/>
          <p:cNvSpPr txBox="1"/>
          <p:nvPr>
            <p:ph idx="1" type="body"/>
          </p:nvPr>
        </p:nvSpPr>
        <p:spPr>
          <a:xfrm>
            <a:off x="2009775" y="5441950"/>
            <a:ext cx="16084550" cy="44545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8: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9:notes"/>
          <p:cNvSpPr txBox="1"/>
          <p:nvPr>
            <p:ph idx="1" type="body"/>
          </p:nvPr>
        </p:nvSpPr>
        <p:spPr>
          <a:xfrm>
            <a:off x="2009775" y="5441950"/>
            <a:ext cx="16084550" cy="44545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9: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 Id="rId3"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obj">
  <p:cSld name="OBJECT">
    <p:spTree>
      <p:nvGrpSpPr>
        <p:cNvPr id="15" name="Shape 15"/>
        <p:cNvGrpSpPr/>
        <p:nvPr/>
      </p:nvGrpSpPr>
      <p:grpSpPr>
        <a:xfrm>
          <a:off x="0" y="0"/>
          <a:ext cx="0" cy="0"/>
          <a:chOff x="0" y="0"/>
          <a:chExt cx="0" cy="0"/>
        </a:xfrm>
      </p:grpSpPr>
      <p:pic>
        <p:nvPicPr>
          <p:cNvPr id="16" name="Google Shape;16;p11"/>
          <p:cNvPicPr preferRelativeResize="0"/>
          <p:nvPr/>
        </p:nvPicPr>
        <p:blipFill rotWithShape="1">
          <a:blip r:embed="rId2">
            <a:alphaModFix/>
          </a:blip>
          <a:srcRect b="0" l="0" r="0" t="0"/>
          <a:stretch/>
        </p:blipFill>
        <p:spPr>
          <a:xfrm>
            <a:off x="0" y="396"/>
            <a:ext cx="20104810" cy="11308953"/>
          </a:xfrm>
          <a:prstGeom prst="rect">
            <a:avLst/>
          </a:prstGeom>
          <a:noFill/>
          <a:ln>
            <a:noFill/>
          </a:ln>
        </p:spPr>
      </p:pic>
      <p:sp>
        <p:nvSpPr>
          <p:cNvPr id="17" name="Google Shape;17;p11"/>
          <p:cNvSpPr txBox="1"/>
          <p:nvPr>
            <p:ph type="ctrTitle"/>
          </p:nvPr>
        </p:nvSpPr>
        <p:spPr>
          <a:xfrm>
            <a:off x="2838209" y="8700548"/>
            <a:ext cx="6781800" cy="5847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3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1"/>
          <p:cNvSpPr txBox="1"/>
          <p:nvPr>
            <p:ph idx="1" type="subTitle"/>
          </p:nvPr>
        </p:nvSpPr>
        <p:spPr>
          <a:xfrm>
            <a:off x="2838209" y="9612314"/>
            <a:ext cx="8712681" cy="36933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240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1"/>
          <p:cNvSpPr/>
          <p:nvPr/>
        </p:nvSpPr>
        <p:spPr>
          <a:xfrm>
            <a:off x="2838209" y="9464675"/>
            <a:ext cx="8841105" cy="0"/>
          </a:xfrm>
          <a:custGeom>
            <a:rect b="b" l="l" r="r" t="t"/>
            <a:pathLst>
              <a:path extrusionOk="0" h="120000" w="8841105">
                <a:moveTo>
                  <a:pt x="0" y="0"/>
                </a:moveTo>
                <a:lnTo>
                  <a:pt x="8840652" y="0"/>
                </a:lnTo>
              </a:path>
            </a:pathLst>
          </a:custGeom>
          <a:noFill/>
          <a:ln cap="flat" cmpd="sng" w="10450">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spTree>
      <p:nvGrpSpPr>
        <p:cNvPr id="20" name="Shape 20"/>
        <p:cNvGrpSpPr/>
        <p:nvPr/>
      </p:nvGrpSpPr>
      <p:grpSpPr>
        <a:xfrm>
          <a:off x="0" y="0"/>
          <a:ext cx="0" cy="0"/>
          <a:chOff x="0" y="0"/>
          <a:chExt cx="0" cy="0"/>
        </a:xfrm>
      </p:grpSpPr>
      <p:sp>
        <p:nvSpPr>
          <p:cNvPr id="21" name="Google Shape;21;p12"/>
          <p:cNvSpPr txBox="1"/>
          <p:nvPr>
            <p:ph type="title"/>
          </p:nvPr>
        </p:nvSpPr>
        <p:spPr>
          <a:xfrm>
            <a:off x="2432050" y="714594"/>
            <a:ext cx="16988263" cy="73866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2"/>
          <p:cNvSpPr/>
          <p:nvPr/>
        </p:nvSpPr>
        <p:spPr>
          <a:xfrm>
            <a:off x="-6350" y="656116"/>
            <a:ext cx="2243455" cy="1060450"/>
          </a:xfrm>
          <a:custGeom>
            <a:rect b="b" l="l" r="r" t="t"/>
            <a:pathLst>
              <a:path extrusionOk="0" h="1060450" w="2243455">
                <a:moveTo>
                  <a:pt x="2243429" y="0"/>
                </a:moveTo>
                <a:lnTo>
                  <a:pt x="0" y="0"/>
                </a:lnTo>
                <a:lnTo>
                  <a:pt x="0" y="1059999"/>
                </a:lnTo>
                <a:lnTo>
                  <a:pt x="2243429" y="1059999"/>
                </a:lnTo>
                <a:lnTo>
                  <a:pt x="2243429" y="0"/>
                </a:lnTo>
                <a:close/>
              </a:path>
            </a:pathLst>
          </a:custGeom>
          <a:solidFill>
            <a:srgbClr val="257CE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 name="Google Shape;23;p12"/>
          <p:cNvSpPr/>
          <p:nvPr/>
        </p:nvSpPr>
        <p:spPr>
          <a:xfrm>
            <a:off x="16938421" y="10202309"/>
            <a:ext cx="1576070" cy="511175"/>
          </a:xfrm>
          <a:custGeom>
            <a:rect b="b" l="l" r="r" t="t"/>
            <a:pathLst>
              <a:path extrusionOk="0" h="511175" w="1576069">
                <a:moveTo>
                  <a:pt x="441172" y="241312"/>
                </a:moveTo>
                <a:lnTo>
                  <a:pt x="435267" y="179641"/>
                </a:lnTo>
                <a:lnTo>
                  <a:pt x="418414" y="127673"/>
                </a:lnTo>
                <a:lnTo>
                  <a:pt x="392747" y="86601"/>
                </a:lnTo>
                <a:lnTo>
                  <a:pt x="391845" y="85153"/>
                </a:lnTo>
                <a:lnTo>
                  <a:pt x="356819" y="51803"/>
                </a:lnTo>
                <a:lnTo>
                  <a:pt x="322008" y="30734"/>
                </a:lnTo>
                <a:lnTo>
                  <a:pt x="322008" y="245008"/>
                </a:lnTo>
                <a:lnTo>
                  <a:pt x="316534" y="299389"/>
                </a:lnTo>
                <a:lnTo>
                  <a:pt x="300723"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07" y="89408"/>
                </a:lnTo>
                <a:lnTo>
                  <a:pt x="132499" y="87985"/>
                </a:lnTo>
                <a:lnTo>
                  <a:pt x="146659" y="86982"/>
                </a:lnTo>
                <a:lnTo>
                  <a:pt x="163588" y="86601"/>
                </a:lnTo>
                <a:lnTo>
                  <a:pt x="209257" y="90881"/>
                </a:lnTo>
                <a:lnTo>
                  <a:pt x="248094" y="103809"/>
                </a:lnTo>
                <a:lnTo>
                  <a:pt x="279438"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59" y="484936"/>
                </a:lnTo>
                <a:lnTo>
                  <a:pt x="324205" y="466864"/>
                </a:lnTo>
                <a:lnTo>
                  <a:pt x="359016" y="443407"/>
                </a:lnTo>
                <a:lnTo>
                  <a:pt x="382054" y="419722"/>
                </a:lnTo>
                <a:lnTo>
                  <a:pt x="385749" y="415925"/>
                </a:lnTo>
                <a:lnTo>
                  <a:pt x="408393" y="382181"/>
                </a:lnTo>
                <a:lnTo>
                  <a:pt x="425894" y="341972"/>
                </a:lnTo>
                <a:lnTo>
                  <a:pt x="437172" y="295097"/>
                </a:lnTo>
                <a:lnTo>
                  <a:pt x="441172" y="241312"/>
                </a:lnTo>
                <a:close/>
              </a:path>
              <a:path extrusionOk="0" h="511175" w="1576069">
                <a:moveTo>
                  <a:pt x="827582" y="502602"/>
                </a:moveTo>
                <a:lnTo>
                  <a:pt x="826490" y="478307"/>
                </a:lnTo>
                <a:lnTo>
                  <a:pt x="825538" y="450888"/>
                </a:lnTo>
                <a:lnTo>
                  <a:pt x="824865" y="420268"/>
                </a:lnTo>
                <a:lnTo>
                  <a:pt x="824611" y="386397"/>
                </a:lnTo>
                <a:lnTo>
                  <a:pt x="824611" y="140639"/>
                </a:lnTo>
                <a:lnTo>
                  <a:pt x="712089" y="140639"/>
                </a:lnTo>
                <a:lnTo>
                  <a:pt x="712089" y="365671"/>
                </a:lnTo>
                <a:lnTo>
                  <a:pt x="710628"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extrusionOk="0" h="511175" w="1576069">
                <a:moveTo>
                  <a:pt x="1244155" y="318274"/>
                </a:moveTo>
                <a:lnTo>
                  <a:pt x="1238161" y="266484"/>
                </a:lnTo>
                <a:lnTo>
                  <a:pt x="1220876" y="221424"/>
                </a:lnTo>
                <a:lnTo>
                  <a:pt x="1193355" y="184315"/>
                </a:lnTo>
                <a:lnTo>
                  <a:pt x="1156639"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39" y="399072"/>
                </a:lnTo>
                <a:lnTo>
                  <a:pt x="986155" y="364807"/>
                </a:lnTo>
                <a:lnTo>
                  <a:pt x="981367" y="322008"/>
                </a:lnTo>
                <a:lnTo>
                  <a:pt x="985443" y="282206"/>
                </a:lnTo>
                <a:lnTo>
                  <a:pt x="998397" y="247332"/>
                </a:lnTo>
                <a:lnTo>
                  <a:pt x="1021346" y="222580"/>
                </a:lnTo>
                <a:lnTo>
                  <a:pt x="1055395" y="213169"/>
                </a:lnTo>
                <a:lnTo>
                  <a:pt x="1088174" y="222580"/>
                </a:lnTo>
                <a:lnTo>
                  <a:pt x="1110437"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395" y="199644"/>
                </a:lnTo>
                <a:lnTo>
                  <a:pt x="883894" y="235051"/>
                </a:lnTo>
                <a:lnTo>
                  <a:pt x="870508" y="276745"/>
                </a:lnTo>
                <a:lnTo>
                  <a:pt x="865911" y="324192"/>
                </a:lnTo>
                <a:lnTo>
                  <a:pt x="872426" y="378625"/>
                </a:lnTo>
                <a:lnTo>
                  <a:pt x="890930" y="424548"/>
                </a:lnTo>
                <a:lnTo>
                  <a:pt x="919835" y="461340"/>
                </a:lnTo>
                <a:lnTo>
                  <a:pt x="957567" y="488378"/>
                </a:lnTo>
                <a:lnTo>
                  <a:pt x="1002538" y="505066"/>
                </a:lnTo>
                <a:lnTo>
                  <a:pt x="1053160" y="510755"/>
                </a:lnTo>
                <a:lnTo>
                  <a:pt x="1053896" y="510755"/>
                </a:lnTo>
                <a:lnTo>
                  <a:pt x="1094740" y="507009"/>
                </a:lnTo>
                <a:lnTo>
                  <a:pt x="1133703" y="495655"/>
                </a:lnTo>
                <a:lnTo>
                  <a:pt x="1169187" y="476491"/>
                </a:lnTo>
                <a:lnTo>
                  <a:pt x="1199578" y="449364"/>
                </a:lnTo>
                <a:lnTo>
                  <a:pt x="1223276" y="414070"/>
                </a:lnTo>
                <a:lnTo>
                  <a:pt x="1238669" y="370433"/>
                </a:lnTo>
                <a:lnTo>
                  <a:pt x="1244155" y="318274"/>
                </a:lnTo>
                <a:close/>
              </a:path>
              <a:path extrusionOk="0" h="511175" w="1576069">
                <a:moveTo>
                  <a:pt x="1575854" y="146558"/>
                </a:moveTo>
                <a:lnTo>
                  <a:pt x="1556600" y="140614"/>
                </a:lnTo>
                <a:lnTo>
                  <a:pt x="1535125" y="136194"/>
                </a:lnTo>
                <a:lnTo>
                  <a:pt x="1512544" y="133451"/>
                </a:lnTo>
                <a:lnTo>
                  <a:pt x="1489964" y="132499"/>
                </a:lnTo>
                <a:lnTo>
                  <a:pt x="1436065"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82"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4" name="Google Shape;24;p12"/>
          <p:cNvSpPr/>
          <p:nvPr/>
        </p:nvSpPr>
        <p:spPr>
          <a:xfrm>
            <a:off x="18623540" y="10245307"/>
            <a:ext cx="378460" cy="469900"/>
          </a:xfrm>
          <a:custGeom>
            <a:rect b="b" l="l" r="r" t="t"/>
            <a:pathLst>
              <a:path extrusionOk="0" h="469900" w="378459">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nvGrpSpPr>
          <p:cNvPr id="25" name="Google Shape;25;p12"/>
          <p:cNvGrpSpPr/>
          <p:nvPr/>
        </p:nvGrpSpPr>
        <p:grpSpPr>
          <a:xfrm>
            <a:off x="19053919" y="10117702"/>
            <a:ext cx="427015" cy="597582"/>
            <a:chOff x="19053919" y="10117702"/>
            <a:chExt cx="427015" cy="597582"/>
          </a:xfrm>
        </p:grpSpPr>
        <p:sp>
          <p:nvSpPr>
            <p:cNvPr id="26" name="Google Shape;26;p12"/>
            <p:cNvSpPr/>
            <p:nvPr/>
          </p:nvSpPr>
          <p:spPr>
            <a:xfrm>
              <a:off x="19053919" y="10237764"/>
              <a:ext cx="366395" cy="477520"/>
            </a:xfrm>
            <a:custGeom>
              <a:rect b="b" l="l" r="r" t="t"/>
              <a:pathLst>
                <a:path extrusionOk="0" h="477520" w="366394">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7" name="Google Shape;27;p12"/>
            <p:cNvPicPr preferRelativeResize="0"/>
            <p:nvPr/>
          </p:nvPicPr>
          <p:blipFill rotWithShape="1">
            <a:blip r:embed="rId2">
              <a:alphaModFix/>
            </a:blip>
            <a:srcRect b="0" l="0" r="0" t="0"/>
            <a:stretch/>
          </p:blipFill>
          <p:spPr>
            <a:xfrm>
              <a:off x="19368634" y="10117702"/>
              <a:ext cx="112300" cy="112268"/>
            </a:xfrm>
            <a:prstGeom prst="rect">
              <a:avLst/>
            </a:prstGeom>
            <a:noFill/>
            <a:ln>
              <a:noFill/>
            </a:ln>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8" name="Shape 28"/>
        <p:cNvGrpSpPr/>
        <p:nvPr/>
      </p:nvGrpSpPr>
      <p:grpSpPr>
        <a:xfrm>
          <a:off x="0" y="0"/>
          <a:ext cx="0" cy="0"/>
          <a:chOff x="0" y="0"/>
          <a:chExt cx="0" cy="0"/>
        </a:xfrm>
      </p:grpSpPr>
      <p:pic>
        <p:nvPicPr>
          <p:cNvPr id="29" name="Google Shape;29;p13"/>
          <p:cNvPicPr preferRelativeResize="0"/>
          <p:nvPr/>
        </p:nvPicPr>
        <p:blipFill rotWithShape="1">
          <a:blip r:embed="rId2">
            <a:alphaModFix/>
          </a:blip>
          <a:srcRect b="0" l="0" r="0" t="0"/>
          <a:stretch/>
        </p:blipFill>
        <p:spPr>
          <a:xfrm>
            <a:off x="0" y="396"/>
            <a:ext cx="20104810" cy="11308953"/>
          </a:xfrm>
          <a:prstGeom prst="rect">
            <a:avLst/>
          </a:prstGeom>
          <a:noFill/>
          <a:ln>
            <a:noFill/>
          </a:ln>
        </p:spPr>
      </p:pic>
      <p:pic>
        <p:nvPicPr>
          <p:cNvPr id="30" name="Google Shape;30;p13"/>
          <p:cNvPicPr preferRelativeResize="0"/>
          <p:nvPr/>
        </p:nvPicPr>
        <p:blipFill rotWithShape="1">
          <a:blip r:embed="rId3">
            <a:alphaModFix/>
          </a:blip>
          <a:srcRect b="0" l="0" r="0" t="0"/>
          <a:stretch/>
        </p:blipFill>
        <p:spPr>
          <a:xfrm>
            <a:off x="0" y="3340"/>
            <a:ext cx="20109342" cy="11305614"/>
          </a:xfrm>
          <a:prstGeom prst="rect">
            <a:avLst/>
          </a:prstGeom>
          <a:noFill/>
          <a:ln>
            <a:noFill/>
          </a:ln>
        </p:spPr>
      </p:pic>
      <p:sp>
        <p:nvSpPr>
          <p:cNvPr id="31" name="Google Shape;31;p13"/>
          <p:cNvSpPr/>
          <p:nvPr/>
        </p:nvSpPr>
        <p:spPr>
          <a:xfrm>
            <a:off x="755650" y="6264275"/>
            <a:ext cx="9892434" cy="2286000"/>
          </a:xfrm>
          <a:prstGeom prst="rect">
            <a:avLst/>
          </a:prstGeom>
          <a:solidFill>
            <a:schemeClr val="dk1">
              <a:alpha val="58823"/>
            </a:schemeClr>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32" name="Google Shape;32;p13"/>
          <p:cNvSpPr txBox="1"/>
          <p:nvPr>
            <p:ph type="title"/>
          </p:nvPr>
        </p:nvSpPr>
        <p:spPr>
          <a:xfrm>
            <a:off x="1184428" y="6591401"/>
            <a:ext cx="9020022" cy="1538883"/>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5000">
                <a:solidFill>
                  <a:srgbClr val="257CE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3" name="Shape 33"/>
        <p:cNvGrpSpPr/>
        <p:nvPr/>
      </p:nvGrpSpPr>
      <p:grpSpPr>
        <a:xfrm>
          <a:off x="0" y="0"/>
          <a:ext cx="0" cy="0"/>
          <a:chOff x="0" y="0"/>
          <a:chExt cx="0" cy="0"/>
        </a:xfrm>
      </p:grpSpPr>
      <p:sp>
        <p:nvSpPr>
          <p:cNvPr id="34" name="Google Shape;34;p14"/>
          <p:cNvSpPr/>
          <p:nvPr/>
        </p:nvSpPr>
        <p:spPr>
          <a:xfrm>
            <a:off x="727227" y="10202309"/>
            <a:ext cx="1576070" cy="511175"/>
          </a:xfrm>
          <a:custGeom>
            <a:rect b="b" l="l" r="r" t="t"/>
            <a:pathLst>
              <a:path extrusionOk="0" h="511175" w="1576070">
                <a:moveTo>
                  <a:pt x="441172" y="241312"/>
                </a:moveTo>
                <a:lnTo>
                  <a:pt x="435267" y="179641"/>
                </a:lnTo>
                <a:lnTo>
                  <a:pt x="418414" y="127673"/>
                </a:lnTo>
                <a:lnTo>
                  <a:pt x="392747" y="86601"/>
                </a:lnTo>
                <a:lnTo>
                  <a:pt x="391845" y="85153"/>
                </a:lnTo>
                <a:lnTo>
                  <a:pt x="356819" y="51803"/>
                </a:lnTo>
                <a:lnTo>
                  <a:pt x="322008" y="30734"/>
                </a:lnTo>
                <a:lnTo>
                  <a:pt x="322008" y="245008"/>
                </a:lnTo>
                <a:lnTo>
                  <a:pt x="316547" y="299389"/>
                </a:lnTo>
                <a:lnTo>
                  <a:pt x="300736"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19" y="89408"/>
                </a:lnTo>
                <a:lnTo>
                  <a:pt x="132499" y="87985"/>
                </a:lnTo>
                <a:lnTo>
                  <a:pt x="146659" y="86982"/>
                </a:lnTo>
                <a:lnTo>
                  <a:pt x="163601" y="86601"/>
                </a:lnTo>
                <a:lnTo>
                  <a:pt x="209257" y="90881"/>
                </a:lnTo>
                <a:lnTo>
                  <a:pt x="248094" y="103809"/>
                </a:lnTo>
                <a:lnTo>
                  <a:pt x="279450"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71" y="484936"/>
                </a:lnTo>
                <a:lnTo>
                  <a:pt x="324205" y="466864"/>
                </a:lnTo>
                <a:lnTo>
                  <a:pt x="359029" y="443407"/>
                </a:lnTo>
                <a:lnTo>
                  <a:pt x="382054" y="419722"/>
                </a:lnTo>
                <a:lnTo>
                  <a:pt x="385749" y="415925"/>
                </a:lnTo>
                <a:lnTo>
                  <a:pt x="408393" y="382181"/>
                </a:lnTo>
                <a:lnTo>
                  <a:pt x="425894" y="341972"/>
                </a:lnTo>
                <a:lnTo>
                  <a:pt x="437172" y="295097"/>
                </a:lnTo>
                <a:lnTo>
                  <a:pt x="441172" y="241312"/>
                </a:lnTo>
                <a:close/>
              </a:path>
              <a:path extrusionOk="0" h="511175" w="1576070">
                <a:moveTo>
                  <a:pt x="827582" y="502602"/>
                </a:moveTo>
                <a:lnTo>
                  <a:pt x="826503" y="478307"/>
                </a:lnTo>
                <a:lnTo>
                  <a:pt x="825550" y="450888"/>
                </a:lnTo>
                <a:lnTo>
                  <a:pt x="824865" y="420268"/>
                </a:lnTo>
                <a:lnTo>
                  <a:pt x="824611" y="386397"/>
                </a:lnTo>
                <a:lnTo>
                  <a:pt x="824611" y="140639"/>
                </a:lnTo>
                <a:lnTo>
                  <a:pt x="712089" y="140639"/>
                </a:lnTo>
                <a:lnTo>
                  <a:pt x="712089" y="365671"/>
                </a:lnTo>
                <a:lnTo>
                  <a:pt x="710641"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extrusionOk="0" h="511175" w="1576070">
                <a:moveTo>
                  <a:pt x="1244155" y="318274"/>
                </a:moveTo>
                <a:lnTo>
                  <a:pt x="1238161" y="266484"/>
                </a:lnTo>
                <a:lnTo>
                  <a:pt x="1220889" y="221424"/>
                </a:lnTo>
                <a:lnTo>
                  <a:pt x="1193355" y="184315"/>
                </a:lnTo>
                <a:lnTo>
                  <a:pt x="1156652"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52" y="399072"/>
                </a:lnTo>
                <a:lnTo>
                  <a:pt x="986155" y="364807"/>
                </a:lnTo>
                <a:lnTo>
                  <a:pt x="981367" y="322008"/>
                </a:lnTo>
                <a:lnTo>
                  <a:pt x="985443" y="282206"/>
                </a:lnTo>
                <a:lnTo>
                  <a:pt x="998397" y="247332"/>
                </a:lnTo>
                <a:lnTo>
                  <a:pt x="1021359" y="222580"/>
                </a:lnTo>
                <a:lnTo>
                  <a:pt x="1055395" y="213169"/>
                </a:lnTo>
                <a:lnTo>
                  <a:pt x="1088174" y="222580"/>
                </a:lnTo>
                <a:lnTo>
                  <a:pt x="1110449"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408" y="199644"/>
                </a:lnTo>
                <a:lnTo>
                  <a:pt x="883894" y="235051"/>
                </a:lnTo>
                <a:lnTo>
                  <a:pt x="870508" y="276745"/>
                </a:lnTo>
                <a:lnTo>
                  <a:pt x="865911" y="324192"/>
                </a:lnTo>
                <a:lnTo>
                  <a:pt x="872426" y="378625"/>
                </a:lnTo>
                <a:lnTo>
                  <a:pt x="890930" y="424548"/>
                </a:lnTo>
                <a:lnTo>
                  <a:pt x="919848" y="461340"/>
                </a:lnTo>
                <a:lnTo>
                  <a:pt x="957580" y="488378"/>
                </a:lnTo>
                <a:lnTo>
                  <a:pt x="1002538" y="505066"/>
                </a:lnTo>
                <a:lnTo>
                  <a:pt x="1053160" y="510755"/>
                </a:lnTo>
                <a:lnTo>
                  <a:pt x="1053909" y="510755"/>
                </a:lnTo>
                <a:lnTo>
                  <a:pt x="1094740" y="507009"/>
                </a:lnTo>
                <a:lnTo>
                  <a:pt x="1133703" y="495655"/>
                </a:lnTo>
                <a:lnTo>
                  <a:pt x="1169187" y="476491"/>
                </a:lnTo>
                <a:lnTo>
                  <a:pt x="1199578" y="449364"/>
                </a:lnTo>
                <a:lnTo>
                  <a:pt x="1223276" y="414070"/>
                </a:lnTo>
                <a:lnTo>
                  <a:pt x="1238669" y="370433"/>
                </a:lnTo>
                <a:lnTo>
                  <a:pt x="1244155" y="318274"/>
                </a:lnTo>
                <a:close/>
              </a:path>
              <a:path extrusionOk="0" h="511175" w="1576070">
                <a:moveTo>
                  <a:pt x="1575854" y="146558"/>
                </a:moveTo>
                <a:lnTo>
                  <a:pt x="1556600" y="140614"/>
                </a:lnTo>
                <a:lnTo>
                  <a:pt x="1535125" y="136194"/>
                </a:lnTo>
                <a:lnTo>
                  <a:pt x="1512557" y="133451"/>
                </a:lnTo>
                <a:lnTo>
                  <a:pt x="1489964" y="132499"/>
                </a:lnTo>
                <a:lnTo>
                  <a:pt x="1436077"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94"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5" name="Google Shape;35;p14"/>
          <p:cNvSpPr/>
          <p:nvPr/>
        </p:nvSpPr>
        <p:spPr>
          <a:xfrm>
            <a:off x="2412348" y="10245307"/>
            <a:ext cx="378460" cy="469900"/>
          </a:xfrm>
          <a:custGeom>
            <a:rect b="b" l="l" r="r" t="t"/>
            <a:pathLst>
              <a:path extrusionOk="0" h="469900" w="37846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nvGrpSpPr>
          <p:cNvPr id="36" name="Google Shape;36;p14"/>
          <p:cNvGrpSpPr/>
          <p:nvPr/>
        </p:nvGrpSpPr>
        <p:grpSpPr>
          <a:xfrm>
            <a:off x="2842727" y="10117702"/>
            <a:ext cx="427015" cy="597582"/>
            <a:chOff x="2842727" y="10117702"/>
            <a:chExt cx="427015" cy="597582"/>
          </a:xfrm>
        </p:grpSpPr>
        <p:sp>
          <p:nvSpPr>
            <p:cNvPr id="37" name="Google Shape;37;p14"/>
            <p:cNvSpPr/>
            <p:nvPr/>
          </p:nvSpPr>
          <p:spPr>
            <a:xfrm>
              <a:off x="2842727" y="10237764"/>
              <a:ext cx="366395" cy="477520"/>
            </a:xfrm>
            <a:custGeom>
              <a:rect b="b" l="l" r="r" t="t"/>
              <a:pathLst>
                <a:path extrusionOk="0" h="477520" w="366394">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38" name="Google Shape;38;p14"/>
            <p:cNvPicPr preferRelativeResize="0"/>
            <p:nvPr/>
          </p:nvPicPr>
          <p:blipFill rotWithShape="1">
            <a:blip r:embed="rId2">
              <a:alphaModFix/>
            </a:blip>
            <a:srcRect b="0" l="0" r="0" t="0"/>
            <a:stretch/>
          </p:blipFill>
          <p:spPr>
            <a:xfrm>
              <a:off x="3157442" y="10117702"/>
              <a:ext cx="112300" cy="112268"/>
            </a:xfrm>
            <a:prstGeom prst="rect">
              <a:avLst/>
            </a:prstGeom>
            <a:noFill/>
            <a:ln>
              <a:noFill/>
            </a:ln>
          </p:spPr>
        </p:pic>
      </p:grpSp>
      <p:sp>
        <p:nvSpPr>
          <p:cNvPr id="39" name="Google Shape;39;p14"/>
          <p:cNvSpPr/>
          <p:nvPr/>
        </p:nvSpPr>
        <p:spPr>
          <a:xfrm>
            <a:off x="17840597" y="656116"/>
            <a:ext cx="2243455" cy="1060450"/>
          </a:xfrm>
          <a:custGeom>
            <a:rect b="b" l="l" r="r" t="t"/>
            <a:pathLst>
              <a:path extrusionOk="0" h="1060450" w="2243455">
                <a:moveTo>
                  <a:pt x="2243429" y="0"/>
                </a:moveTo>
                <a:lnTo>
                  <a:pt x="0" y="0"/>
                </a:lnTo>
                <a:lnTo>
                  <a:pt x="0" y="1059999"/>
                </a:lnTo>
                <a:lnTo>
                  <a:pt x="2243429" y="1059999"/>
                </a:lnTo>
                <a:lnTo>
                  <a:pt x="2243429" y="0"/>
                </a:lnTo>
                <a:close/>
              </a:path>
            </a:pathLst>
          </a:custGeom>
          <a:solidFill>
            <a:srgbClr val="257CE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0" name="Google Shape;40;p14"/>
          <p:cNvSpPr txBox="1"/>
          <p:nvPr>
            <p:ph idx="1" type="body"/>
          </p:nvPr>
        </p:nvSpPr>
        <p:spPr>
          <a:xfrm>
            <a:off x="727227" y="755454"/>
            <a:ext cx="16792423" cy="738664"/>
          </a:xfrm>
          <a:prstGeom prst="rect">
            <a:avLst/>
          </a:prstGeom>
          <a:noFill/>
          <a:ln>
            <a:noFill/>
          </a:ln>
        </p:spPr>
        <p:txBody>
          <a:bodyPr anchorCtr="0" anchor="t" bIns="0" lIns="0" spcFirstLastPara="1" rIns="0" wrap="square" tIns="0">
            <a:spAutoFit/>
          </a:bodyPr>
          <a:lstStyle>
            <a:lvl1pPr indent="-228600" lvl="0" marL="457200" algn="r">
              <a:spcBef>
                <a:spcPts val="0"/>
              </a:spcBef>
              <a:spcAft>
                <a:spcPts val="0"/>
              </a:spcAft>
              <a:buSzPts val="1400"/>
              <a:buNone/>
              <a:defRPr b="1" sz="4800">
                <a:latin typeface="Arial"/>
                <a:ea typeface="Arial"/>
                <a:cs typeface="Arial"/>
                <a:sym typeface="Aria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Diseño personalizado">
  <p:cSld name="4_Diseño personalizado">
    <p:spTree>
      <p:nvGrpSpPr>
        <p:cNvPr id="41" name="Shape 41"/>
        <p:cNvGrpSpPr/>
        <p:nvPr/>
      </p:nvGrpSpPr>
      <p:grpSpPr>
        <a:xfrm>
          <a:off x="0" y="0"/>
          <a:ext cx="0" cy="0"/>
          <a:chOff x="0" y="0"/>
          <a:chExt cx="0" cy="0"/>
        </a:xfrm>
      </p:grpSpPr>
      <p:pic>
        <p:nvPicPr>
          <p:cNvPr id="42" name="Google Shape;42;p15"/>
          <p:cNvPicPr preferRelativeResize="0"/>
          <p:nvPr/>
        </p:nvPicPr>
        <p:blipFill rotWithShape="1">
          <a:blip r:embed="rId2">
            <a:alphaModFix/>
          </a:blip>
          <a:srcRect b="0" l="0" r="0" t="0"/>
          <a:stretch/>
        </p:blipFill>
        <p:spPr>
          <a:xfrm>
            <a:off x="0" y="396"/>
            <a:ext cx="20104810" cy="11308953"/>
          </a:xfrm>
          <a:prstGeom prst="rect">
            <a:avLst/>
          </a:prstGeom>
          <a:noFill/>
          <a:ln>
            <a:noFill/>
          </a:ln>
        </p:spPr>
      </p:pic>
      <p:pic>
        <p:nvPicPr>
          <p:cNvPr id="43" name="Google Shape;43;p15"/>
          <p:cNvPicPr preferRelativeResize="0"/>
          <p:nvPr/>
        </p:nvPicPr>
        <p:blipFill rotWithShape="1">
          <a:blip r:embed="rId3">
            <a:alphaModFix/>
          </a:blip>
          <a:srcRect b="0" l="0" r="0" t="0"/>
          <a:stretch/>
        </p:blipFill>
        <p:spPr>
          <a:xfrm>
            <a:off x="3362" y="0"/>
            <a:ext cx="20097375" cy="11309350"/>
          </a:xfrm>
          <a:prstGeom prst="rect">
            <a:avLst/>
          </a:prstGeom>
          <a:noFill/>
          <a:ln>
            <a:noFill/>
          </a:ln>
        </p:spPr>
      </p:pic>
      <p:sp>
        <p:nvSpPr>
          <p:cNvPr id="44" name="Google Shape;44;p15"/>
          <p:cNvSpPr/>
          <p:nvPr/>
        </p:nvSpPr>
        <p:spPr>
          <a:xfrm>
            <a:off x="4413250" y="4206875"/>
            <a:ext cx="9892434" cy="2286000"/>
          </a:xfrm>
          <a:prstGeom prst="rect">
            <a:avLst/>
          </a:prstGeom>
          <a:solidFill>
            <a:schemeClr val="dk1">
              <a:alpha val="58823"/>
            </a:schemeClr>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45" name="Google Shape;45;p15"/>
          <p:cNvSpPr txBox="1"/>
          <p:nvPr>
            <p:ph type="title"/>
          </p:nvPr>
        </p:nvSpPr>
        <p:spPr>
          <a:xfrm>
            <a:off x="4842028" y="4534001"/>
            <a:ext cx="9020022" cy="1538883"/>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5000">
                <a:solidFill>
                  <a:srgbClr val="257CE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Diseño personalizado">
  <p:cSld name="5_Diseño personalizado">
    <p:spTree>
      <p:nvGrpSpPr>
        <p:cNvPr id="46" name="Shape 46"/>
        <p:cNvGrpSpPr/>
        <p:nvPr/>
      </p:nvGrpSpPr>
      <p:grpSpPr>
        <a:xfrm>
          <a:off x="0" y="0"/>
          <a:ext cx="0" cy="0"/>
          <a:chOff x="0" y="0"/>
          <a:chExt cx="0" cy="0"/>
        </a:xfrm>
      </p:grpSpPr>
      <p:pic>
        <p:nvPicPr>
          <p:cNvPr id="47" name="Google Shape;47;p16"/>
          <p:cNvPicPr preferRelativeResize="0"/>
          <p:nvPr/>
        </p:nvPicPr>
        <p:blipFill rotWithShape="1">
          <a:blip r:embed="rId2">
            <a:alphaModFix/>
          </a:blip>
          <a:srcRect b="0" l="0" r="0" t="0"/>
          <a:stretch/>
        </p:blipFill>
        <p:spPr>
          <a:xfrm>
            <a:off x="-1" y="3340"/>
            <a:ext cx="20110047" cy="11306010"/>
          </a:xfrm>
          <a:prstGeom prst="rect">
            <a:avLst/>
          </a:prstGeom>
          <a:noFill/>
          <a:ln>
            <a:noFill/>
          </a:ln>
        </p:spPr>
      </p:pic>
      <p:sp>
        <p:nvSpPr>
          <p:cNvPr id="48" name="Google Shape;48;p16"/>
          <p:cNvSpPr txBox="1"/>
          <p:nvPr>
            <p:ph type="title"/>
          </p:nvPr>
        </p:nvSpPr>
        <p:spPr>
          <a:xfrm>
            <a:off x="831850" y="7178675"/>
            <a:ext cx="9782022" cy="1538883"/>
          </a:xfrm>
          <a:prstGeom prst="rect">
            <a:avLst/>
          </a:prstGeom>
          <a:noFill/>
          <a:ln>
            <a:noFill/>
          </a:ln>
        </p:spPr>
        <p:txBody>
          <a:bodyPr anchorCtr="0" anchor="t" bIns="0" lIns="0" spcFirstLastPara="1" rIns="0" wrap="square" tIns="0">
            <a:spAutoFit/>
          </a:bodyPr>
          <a:lstStyle>
            <a:lvl1pPr lvl="0" algn="r">
              <a:spcBef>
                <a:spcPts val="0"/>
              </a:spcBef>
              <a:spcAft>
                <a:spcPts val="0"/>
              </a:spcAft>
              <a:buSzPts val="1400"/>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49" name="Shape 49"/>
        <p:cNvGrpSpPr/>
        <p:nvPr/>
      </p:nvGrpSpPr>
      <p:grpSpPr>
        <a:xfrm>
          <a:off x="0" y="0"/>
          <a:ext cx="0" cy="0"/>
          <a:chOff x="0" y="0"/>
          <a:chExt cx="0" cy="0"/>
        </a:xfrm>
      </p:grpSpPr>
      <p:pic>
        <p:nvPicPr>
          <p:cNvPr id="50" name="Google Shape;50;p17"/>
          <p:cNvPicPr preferRelativeResize="0"/>
          <p:nvPr/>
        </p:nvPicPr>
        <p:blipFill rotWithShape="1">
          <a:blip r:embed="rId2">
            <a:alphaModFix/>
          </a:blip>
          <a:srcRect b="0" l="0" r="0" t="0"/>
          <a:stretch/>
        </p:blipFill>
        <p:spPr>
          <a:xfrm>
            <a:off x="3362" y="0"/>
            <a:ext cx="20097375" cy="11309350"/>
          </a:xfrm>
          <a:prstGeom prst="rect">
            <a:avLst/>
          </a:prstGeom>
          <a:noFill/>
          <a:ln>
            <a:noFill/>
          </a:ln>
        </p:spPr>
      </p:pic>
      <p:sp>
        <p:nvSpPr>
          <p:cNvPr id="51" name="Google Shape;51;p17"/>
          <p:cNvSpPr txBox="1"/>
          <p:nvPr>
            <p:ph type="title"/>
          </p:nvPr>
        </p:nvSpPr>
        <p:spPr>
          <a:xfrm>
            <a:off x="6851650" y="7483475"/>
            <a:ext cx="9782022" cy="1538883"/>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Diseño personalizado">
  <p:cSld name="3_Diseño personalizado">
    <p:spTree>
      <p:nvGrpSpPr>
        <p:cNvPr id="52" name="Shape 52"/>
        <p:cNvGrpSpPr/>
        <p:nvPr/>
      </p:nvGrpSpPr>
      <p:grpSpPr>
        <a:xfrm>
          <a:off x="0" y="0"/>
          <a:ext cx="0" cy="0"/>
          <a:chOff x="0" y="0"/>
          <a:chExt cx="0" cy="0"/>
        </a:xfrm>
      </p:grpSpPr>
      <p:pic>
        <p:nvPicPr>
          <p:cNvPr id="53" name="Google Shape;53;p18"/>
          <p:cNvPicPr preferRelativeResize="0"/>
          <p:nvPr/>
        </p:nvPicPr>
        <p:blipFill rotWithShape="1">
          <a:blip r:embed="rId2">
            <a:alphaModFix/>
          </a:blip>
          <a:srcRect b="0" l="0" r="0" t="0"/>
          <a:stretch/>
        </p:blipFill>
        <p:spPr>
          <a:xfrm>
            <a:off x="3362" y="0"/>
            <a:ext cx="20097375" cy="11309350"/>
          </a:xfrm>
          <a:prstGeom prst="rect">
            <a:avLst/>
          </a:prstGeom>
          <a:noFill/>
          <a:ln>
            <a:noFill/>
          </a:ln>
        </p:spPr>
      </p:pic>
      <p:sp>
        <p:nvSpPr>
          <p:cNvPr id="54" name="Google Shape;54;p18"/>
          <p:cNvSpPr txBox="1"/>
          <p:nvPr>
            <p:ph type="title"/>
          </p:nvPr>
        </p:nvSpPr>
        <p:spPr>
          <a:xfrm>
            <a:off x="6623050" y="7026275"/>
            <a:ext cx="9782022" cy="1538883"/>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5" name="Shape 55"/>
        <p:cNvGrpSpPr/>
        <p:nvPr/>
      </p:nvGrpSpPr>
      <p:grpSpPr>
        <a:xfrm>
          <a:off x="0" y="0"/>
          <a:ext cx="0" cy="0"/>
          <a:chOff x="0" y="0"/>
          <a:chExt cx="0" cy="0"/>
        </a:xfrm>
      </p:grpSpPr>
      <p:pic>
        <p:nvPicPr>
          <p:cNvPr id="56" name="Google Shape;56;p19"/>
          <p:cNvPicPr preferRelativeResize="0"/>
          <p:nvPr/>
        </p:nvPicPr>
        <p:blipFill rotWithShape="1">
          <a:blip r:embed="rId2">
            <a:alphaModFix/>
          </a:blip>
          <a:srcRect b="0" l="0" r="0" t="0"/>
          <a:stretch/>
        </p:blipFill>
        <p:spPr>
          <a:xfrm>
            <a:off x="3362" y="0"/>
            <a:ext cx="20097375" cy="11309350"/>
          </a:xfrm>
          <a:prstGeom prst="rect">
            <a:avLst/>
          </a:prstGeom>
          <a:noFill/>
          <a:ln>
            <a:noFill/>
          </a:ln>
        </p:spPr>
      </p:pic>
      <p:sp>
        <p:nvSpPr>
          <p:cNvPr id="57" name="Google Shape;57;p19"/>
          <p:cNvSpPr txBox="1"/>
          <p:nvPr>
            <p:ph type="title"/>
          </p:nvPr>
        </p:nvSpPr>
        <p:spPr>
          <a:xfrm>
            <a:off x="4794250" y="6950075"/>
            <a:ext cx="9782022" cy="1538883"/>
          </a:xfrm>
          <a:prstGeom prst="rect">
            <a:avLst/>
          </a:prstGeom>
          <a:noFill/>
          <a:ln>
            <a:noFill/>
          </a:ln>
        </p:spPr>
        <p:txBody>
          <a:bodyPr anchorCtr="0" anchor="t" bIns="0" lIns="0" spcFirstLastPara="1" rIns="0" wrap="square" tIns="0">
            <a:spAutoFit/>
          </a:bodyPr>
          <a:lstStyle>
            <a:lvl1pPr lvl="0" algn="r">
              <a:spcBef>
                <a:spcPts val="0"/>
              </a:spcBef>
              <a:spcAft>
                <a:spcPts val="0"/>
              </a:spcAft>
              <a:buSzPts val="1400"/>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Diseño personalizado">
  <p:cSld name="6_Diseño personalizado">
    <p:spTree>
      <p:nvGrpSpPr>
        <p:cNvPr id="58" name="Shape 58"/>
        <p:cNvGrpSpPr/>
        <p:nvPr/>
      </p:nvGrpSpPr>
      <p:grpSpPr>
        <a:xfrm>
          <a:off x="0" y="0"/>
          <a:ext cx="0" cy="0"/>
          <a:chOff x="0" y="0"/>
          <a:chExt cx="0" cy="0"/>
        </a:xfrm>
      </p:grpSpPr>
      <p:pic>
        <p:nvPicPr>
          <p:cNvPr id="59" name="Google Shape;59;p20"/>
          <p:cNvPicPr preferRelativeResize="0"/>
          <p:nvPr/>
        </p:nvPicPr>
        <p:blipFill rotWithShape="1">
          <a:blip r:embed="rId2">
            <a:alphaModFix/>
          </a:blip>
          <a:srcRect b="0" l="0" r="0" t="0"/>
          <a:stretch/>
        </p:blipFill>
        <p:spPr>
          <a:xfrm>
            <a:off x="0" y="396"/>
            <a:ext cx="20104810" cy="11308953"/>
          </a:xfrm>
          <a:prstGeom prst="rect">
            <a:avLst/>
          </a:prstGeom>
          <a:noFill/>
          <a:ln>
            <a:noFill/>
          </a:ln>
        </p:spPr>
      </p:pic>
      <p:pic>
        <p:nvPicPr>
          <p:cNvPr id="60" name="Google Shape;60;p20"/>
          <p:cNvPicPr preferRelativeResize="0"/>
          <p:nvPr/>
        </p:nvPicPr>
        <p:blipFill rotWithShape="1">
          <a:blip r:embed="rId3">
            <a:alphaModFix/>
          </a:blip>
          <a:srcRect b="0" l="0" r="0" t="0"/>
          <a:stretch/>
        </p:blipFill>
        <p:spPr>
          <a:xfrm>
            <a:off x="3362" y="0"/>
            <a:ext cx="20097375" cy="11309350"/>
          </a:xfrm>
          <a:prstGeom prst="rect">
            <a:avLst/>
          </a:prstGeom>
          <a:noFill/>
          <a:ln>
            <a:noFill/>
          </a:ln>
        </p:spPr>
      </p:pic>
      <p:sp>
        <p:nvSpPr>
          <p:cNvPr id="61" name="Google Shape;61;p20"/>
          <p:cNvSpPr/>
          <p:nvPr/>
        </p:nvSpPr>
        <p:spPr>
          <a:xfrm>
            <a:off x="7232650" y="7880350"/>
            <a:ext cx="9892434" cy="2286000"/>
          </a:xfrm>
          <a:prstGeom prst="rect">
            <a:avLst/>
          </a:prstGeom>
          <a:solidFill>
            <a:schemeClr val="dk1">
              <a:alpha val="58823"/>
            </a:schemeClr>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62" name="Google Shape;62;p20"/>
          <p:cNvSpPr txBox="1"/>
          <p:nvPr>
            <p:ph type="title"/>
          </p:nvPr>
        </p:nvSpPr>
        <p:spPr>
          <a:xfrm>
            <a:off x="7661428" y="8207476"/>
            <a:ext cx="9020022" cy="1538883"/>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5000">
                <a:solidFill>
                  <a:srgbClr val="257CE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63" name="Shape 63"/>
        <p:cNvGrpSpPr/>
        <p:nvPr/>
      </p:nvGrpSpPr>
      <p:grpSpPr>
        <a:xfrm>
          <a:off x="0" y="0"/>
          <a:ext cx="0" cy="0"/>
          <a:chOff x="0" y="0"/>
          <a:chExt cx="0" cy="0"/>
        </a:xfrm>
      </p:grpSpPr>
      <p:pic>
        <p:nvPicPr>
          <p:cNvPr id="64" name="Google Shape;64;p21"/>
          <p:cNvPicPr preferRelativeResize="0"/>
          <p:nvPr/>
        </p:nvPicPr>
        <p:blipFill rotWithShape="1">
          <a:blip r:embed="rId2">
            <a:alphaModFix/>
          </a:blip>
          <a:srcRect b="0" l="0" r="0" t="0"/>
          <a:stretch/>
        </p:blipFill>
        <p:spPr>
          <a:xfrm>
            <a:off x="0" y="396"/>
            <a:ext cx="20104810" cy="11308953"/>
          </a:xfrm>
          <a:prstGeom prst="rect">
            <a:avLst/>
          </a:prstGeom>
          <a:noFill/>
          <a:ln>
            <a:noFill/>
          </a:ln>
        </p:spPr>
      </p:pic>
      <p:pic>
        <p:nvPicPr>
          <p:cNvPr id="65" name="Google Shape;65;p21"/>
          <p:cNvPicPr preferRelativeResize="0"/>
          <p:nvPr/>
        </p:nvPicPr>
        <p:blipFill rotWithShape="1">
          <a:blip r:embed="rId3">
            <a:alphaModFix/>
          </a:blip>
          <a:srcRect b="0" l="0" r="0" t="0"/>
          <a:stretch/>
        </p:blipFill>
        <p:spPr>
          <a:xfrm>
            <a:off x="3362" y="0"/>
            <a:ext cx="20097375" cy="11309350"/>
          </a:xfrm>
          <a:prstGeom prst="rect">
            <a:avLst/>
          </a:prstGeom>
          <a:noFill/>
          <a:ln>
            <a:noFill/>
          </a:ln>
        </p:spPr>
      </p:pic>
      <p:sp>
        <p:nvSpPr>
          <p:cNvPr id="66" name="Google Shape;66;p21"/>
          <p:cNvSpPr/>
          <p:nvPr/>
        </p:nvSpPr>
        <p:spPr>
          <a:xfrm>
            <a:off x="7004050" y="7331075"/>
            <a:ext cx="9892434" cy="2286000"/>
          </a:xfrm>
          <a:prstGeom prst="rect">
            <a:avLst/>
          </a:prstGeom>
          <a:solidFill>
            <a:schemeClr val="dk1">
              <a:alpha val="58823"/>
            </a:schemeClr>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67" name="Google Shape;67;p21"/>
          <p:cNvSpPr txBox="1"/>
          <p:nvPr>
            <p:ph type="title"/>
          </p:nvPr>
        </p:nvSpPr>
        <p:spPr>
          <a:xfrm>
            <a:off x="7432828" y="7658201"/>
            <a:ext cx="9020022" cy="1538883"/>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5000">
                <a:solidFill>
                  <a:srgbClr val="257CE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spTree>
      <p:nvGrpSpPr>
        <p:cNvPr id="68" name="Shape 68"/>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Only">
  <p:cSld name="3_Title Only">
    <p:spTree>
      <p:nvGrpSpPr>
        <p:cNvPr id="69" name="Shape 6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0"/>
          <p:cNvSpPr txBox="1"/>
          <p:nvPr>
            <p:ph type="title"/>
          </p:nvPr>
        </p:nvSpPr>
        <p:spPr>
          <a:xfrm>
            <a:off x="12314421" y="714594"/>
            <a:ext cx="5259705" cy="91566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58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0"/>
          <p:cNvSpPr txBox="1"/>
          <p:nvPr>
            <p:ph idx="1" type="body"/>
          </p:nvPr>
        </p:nvSpPr>
        <p:spPr>
          <a:xfrm>
            <a:off x="1005205" y="2601150"/>
            <a:ext cx="18093690" cy="7464171"/>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2" name="Google Shape;12;p10"/>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0"/>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10"/>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1.jpg"/><Relationship Id="rId5"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1.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
          <p:cNvSpPr txBox="1"/>
          <p:nvPr>
            <p:ph type="ctrTitle"/>
          </p:nvPr>
        </p:nvSpPr>
        <p:spPr>
          <a:xfrm>
            <a:off x="2736850" y="8801153"/>
            <a:ext cx="12801600" cy="1169551"/>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Presentación Etapa 1 Taller Aplicado de Programación</a:t>
            </a:r>
            <a:endParaRPr/>
          </a:p>
        </p:txBody>
      </p:sp>
      <p:sp>
        <p:nvSpPr>
          <p:cNvPr id="75" name="Google Shape;75;p1"/>
          <p:cNvSpPr txBox="1"/>
          <p:nvPr>
            <p:ph idx="1" type="subTitle"/>
          </p:nvPr>
        </p:nvSpPr>
        <p:spPr>
          <a:xfrm>
            <a:off x="2736850" y="9539817"/>
            <a:ext cx="9138164" cy="430887"/>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lt1"/>
              </a:buClr>
              <a:buSzPts val="2800"/>
              <a:buFont typeface="Arial"/>
              <a:buNone/>
            </a:pPr>
            <a:r>
              <a:rPr lang="es-ES" sz="2800">
                <a:latin typeface="Arial"/>
                <a:ea typeface="Arial"/>
                <a:cs typeface="Arial"/>
                <a:sym typeface="Arial"/>
              </a:rPr>
              <a:t>TPY1101 Taller Aplicado de Programación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2"/>
          <p:cNvSpPr txBox="1"/>
          <p:nvPr>
            <p:ph type="title"/>
          </p:nvPr>
        </p:nvSpPr>
        <p:spPr>
          <a:xfrm>
            <a:off x="2349204" y="801143"/>
            <a:ext cx="16988263" cy="738613"/>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es-ES">
                <a:latin typeface="Arial"/>
                <a:ea typeface="Arial"/>
                <a:cs typeface="Arial"/>
                <a:sym typeface="Arial"/>
              </a:rPr>
              <a:t>Integrantes Equipo de Trabajo​</a:t>
            </a:r>
            <a:endParaRPr/>
          </a:p>
        </p:txBody>
      </p:sp>
      <p:sp>
        <p:nvSpPr>
          <p:cNvPr id="82" name="Google Shape;82;p2"/>
          <p:cNvSpPr/>
          <p:nvPr/>
        </p:nvSpPr>
        <p:spPr>
          <a:xfrm>
            <a:off x="3092147" y="8978044"/>
            <a:ext cx="3001800" cy="3693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None/>
            </a:pPr>
            <a:r>
              <a:rPr b="1" lang="es-ES" sz="2100"/>
              <a:t>Alonso Millar</a:t>
            </a:r>
            <a:endParaRPr b="1" sz="1700"/>
          </a:p>
        </p:txBody>
      </p:sp>
      <p:sp>
        <p:nvSpPr>
          <p:cNvPr id="83" name="Google Shape;83;p2"/>
          <p:cNvSpPr/>
          <p:nvPr/>
        </p:nvSpPr>
        <p:spPr>
          <a:xfrm>
            <a:off x="12934860" y="8978024"/>
            <a:ext cx="3001800" cy="3693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None/>
            </a:pPr>
            <a:r>
              <a:rPr b="1" lang="es-ES" sz="2100"/>
              <a:t>Sebastián Valenzuela</a:t>
            </a:r>
            <a:endParaRPr b="1" sz="1700"/>
          </a:p>
        </p:txBody>
      </p:sp>
      <p:sp>
        <p:nvSpPr>
          <p:cNvPr id="84" name="Google Shape;84;p2"/>
          <p:cNvSpPr/>
          <p:nvPr/>
        </p:nvSpPr>
        <p:spPr>
          <a:xfrm>
            <a:off x="8026477" y="8978034"/>
            <a:ext cx="3001800" cy="3693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None/>
            </a:pPr>
            <a:r>
              <a:rPr b="1" lang="es-ES" sz="2100"/>
              <a:t>Alejandro Gómez</a:t>
            </a:r>
            <a:endParaRPr b="1" sz="1700"/>
          </a:p>
        </p:txBody>
      </p:sp>
      <p:pic>
        <p:nvPicPr>
          <p:cNvPr id="85" name="Google Shape;85;p2"/>
          <p:cNvPicPr preferRelativeResize="0"/>
          <p:nvPr/>
        </p:nvPicPr>
        <p:blipFill rotWithShape="1">
          <a:blip r:embed="rId3">
            <a:alphaModFix/>
          </a:blip>
          <a:srcRect b="52944" l="0" r="48745" t="0"/>
          <a:stretch/>
        </p:blipFill>
        <p:spPr>
          <a:xfrm>
            <a:off x="2930651" y="4900125"/>
            <a:ext cx="3324900" cy="3170700"/>
          </a:xfrm>
          <a:prstGeom prst="flowChartConnector">
            <a:avLst/>
          </a:prstGeom>
          <a:noFill/>
          <a:ln cap="flat" cmpd="sng" w="9525">
            <a:solidFill>
              <a:schemeClr val="dk1"/>
            </a:solidFill>
            <a:prstDash val="solid"/>
            <a:round/>
            <a:headEnd len="sm" w="sm" type="none"/>
            <a:tailEnd len="sm" w="sm" type="none"/>
          </a:ln>
        </p:spPr>
      </p:pic>
      <p:pic>
        <p:nvPicPr>
          <p:cNvPr id="86" name="Google Shape;86;p2"/>
          <p:cNvPicPr preferRelativeResize="0"/>
          <p:nvPr/>
        </p:nvPicPr>
        <p:blipFill rotWithShape="1">
          <a:blip r:embed="rId3">
            <a:alphaModFix/>
          </a:blip>
          <a:srcRect b="52944" l="0" r="49537" t="0"/>
          <a:stretch/>
        </p:blipFill>
        <p:spPr>
          <a:xfrm>
            <a:off x="12799103" y="5013072"/>
            <a:ext cx="3273300" cy="3170700"/>
          </a:xfrm>
          <a:prstGeom prst="flowChartConnector">
            <a:avLst/>
          </a:prstGeom>
          <a:noFill/>
          <a:ln cap="flat" cmpd="sng" w="9525">
            <a:solidFill>
              <a:schemeClr val="dk1"/>
            </a:solidFill>
            <a:prstDash val="solid"/>
            <a:round/>
            <a:headEnd len="sm" w="sm" type="none"/>
            <a:tailEnd len="sm" w="sm" type="none"/>
          </a:ln>
        </p:spPr>
      </p:pic>
      <p:pic>
        <p:nvPicPr>
          <p:cNvPr id="87" name="Google Shape;87;p2" title="WhatsApp Image 2026-01-09 at 2.57.08 PM.jpeg"/>
          <p:cNvPicPr preferRelativeResize="0"/>
          <p:nvPr/>
        </p:nvPicPr>
        <p:blipFill rotWithShape="1">
          <a:blip r:embed="rId4">
            <a:alphaModFix/>
          </a:blip>
          <a:srcRect b="45168" l="9305" r="39055" t="20307"/>
          <a:stretch/>
        </p:blipFill>
        <p:spPr>
          <a:xfrm>
            <a:off x="7790175" y="4730775"/>
            <a:ext cx="3474300" cy="3509400"/>
          </a:xfrm>
          <a:prstGeom prst="ellipse">
            <a:avLst/>
          </a:prstGeom>
          <a:noFill/>
          <a:ln>
            <a:noFill/>
          </a:ln>
        </p:spPr>
      </p:pic>
      <p:pic>
        <p:nvPicPr>
          <p:cNvPr id="88" name="Google Shape;88;p2" title="Captura de pantalla 2026-03-17 152819.png"/>
          <p:cNvPicPr preferRelativeResize="0"/>
          <p:nvPr/>
        </p:nvPicPr>
        <p:blipFill>
          <a:blip r:embed="rId5">
            <a:alphaModFix/>
          </a:blip>
          <a:stretch>
            <a:fillRect/>
          </a:stretch>
        </p:blipFill>
        <p:spPr>
          <a:xfrm>
            <a:off x="2678053" y="4730781"/>
            <a:ext cx="3726900" cy="3509400"/>
          </a:xfrm>
          <a:prstGeom prst="ellipse">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g3d38bcc1d95_0_21"/>
          <p:cNvPicPr preferRelativeResize="0"/>
          <p:nvPr/>
        </p:nvPicPr>
        <p:blipFill rotWithShape="1">
          <a:blip r:embed="rId3">
            <a:alphaModFix/>
          </a:blip>
          <a:srcRect b="21262" l="-263" r="15316" t="8146"/>
          <a:stretch/>
        </p:blipFill>
        <p:spPr>
          <a:xfrm>
            <a:off x="-76200" y="0"/>
            <a:ext cx="20180300" cy="11375700"/>
          </a:xfrm>
          <a:prstGeom prst="rect">
            <a:avLst/>
          </a:prstGeom>
          <a:noFill/>
          <a:ln>
            <a:noFill/>
          </a:ln>
        </p:spPr>
      </p:pic>
      <p:sp>
        <p:nvSpPr>
          <p:cNvPr id="95" name="Google Shape;95;g3d38bcc1d95_0_21"/>
          <p:cNvSpPr/>
          <p:nvPr/>
        </p:nvSpPr>
        <p:spPr>
          <a:xfrm>
            <a:off x="-2790600" y="6259450"/>
            <a:ext cx="13990800" cy="1998600"/>
          </a:xfrm>
          <a:prstGeom prst="rect">
            <a:avLst/>
          </a:prstGeom>
          <a:solidFill>
            <a:srgbClr val="000000">
              <a:alpha val="689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6" name="Google Shape;96;g3d38bcc1d95_0_21"/>
          <p:cNvSpPr txBox="1"/>
          <p:nvPr/>
        </p:nvSpPr>
        <p:spPr>
          <a:xfrm>
            <a:off x="889825" y="6797050"/>
            <a:ext cx="10210200" cy="923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s-ES" sz="4800">
                <a:solidFill>
                  <a:srgbClr val="257CE1"/>
                </a:solidFill>
              </a:rPr>
              <a:t>Contenidos a desarrollar</a:t>
            </a:r>
            <a:endParaRPr>
              <a:solidFill>
                <a:schemeClr val="dk1"/>
              </a:solidFill>
            </a:endParaRPr>
          </a:p>
        </p:txBody>
      </p:sp>
      <p:pic>
        <p:nvPicPr>
          <p:cNvPr id="97" name="Google Shape;97;g3d38bcc1d95_0_21"/>
          <p:cNvPicPr preferRelativeResize="0"/>
          <p:nvPr/>
        </p:nvPicPr>
        <p:blipFill>
          <a:blip r:embed="rId4">
            <a:alphaModFix/>
          </a:blip>
          <a:stretch>
            <a:fillRect/>
          </a:stretch>
        </p:blipFill>
        <p:spPr>
          <a:xfrm>
            <a:off x="9057125" y="-290750"/>
            <a:ext cx="13680575" cy="13680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5"/>
          <p:cNvSpPr txBox="1"/>
          <p:nvPr>
            <p:ph idx="1" type="body"/>
          </p:nvPr>
        </p:nvSpPr>
        <p:spPr>
          <a:xfrm>
            <a:off x="727227" y="755454"/>
            <a:ext cx="16792500" cy="147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s-ES"/>
              <a:t>Problemática</a:t>
            </a:r>
            <a:endParaRPr/>
          </a:p>
          <a:p>
            <a:pPr indent="0" lvl="0" marL="0" rtl="0" algn="r">
              <a:spcBef>
                <a:spcPts val="0"/>
              </a:spcBef>
              <a:spcAft>
                <a:spcPts val="0"/>
              </a:spcAft>
              <a:buNone/>
            </a:pPr>
            <a:r>
              <a:t/>
            </a:r>
            <a:endParaRPr/>
          </a:p>
        </p:txBody>
      </p:sp>
      <p:pic>
        <p:nvPicPr>
          <p:cNvPr id="103" name="Google Shape;103;p5" title="Captura de pantalla 2026-03-30 193505.png"/>
          <p:cNvPicPr preferRelativeResize="0"/>
          <p:nvPr/>
        </p:nvPicPr>
        <p:blipFill>
          <a:blip r:embed="rId3">
            <a:alphaModFix/>
          </a:blip>
          <a:stretch>
            <a:fillRect/>
          </a:stretch>
        </p:blipFill>
        <p:spPr>
          <a:xfrm>
            <a:off x="4984750" y="3924292"/>
            <a:ext cx="10820400" cy="5781675"/>
          </a:xfrm>
          <a:prstGeom prst="rect">
            <a:avLst/>
          </a:prstGeom>
          <a:noFill/>
          <a:ln>
            <a:noFill/>
          </a:ln>
        </p:spPr>
      </p:pic>
      <p:sp>
        <p:nvSpPr>
          <p:cNvPr id="104" name="Google Shape;104;p5"/>
          <p:cNvSpPr txBox="1"/>
          <p:nvPr/>
        </p:nvSpPr>
        <p:spPr>
          <a:xfrm>
            <a:off x="1978550" y="2039950"/>
            <a:ext cx="172365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ES" sz="4000">
                <a:latin typeface="Calibri"/>
                <a:ea typeface="Calibri"/>
                <a:cs typeface="Calibri"/>
                <a:sym typeface="Calibri"/>
              </a:rPr>
              <a:t>El propietario de la tienda </a:t>
            </a:r>
            <a:r>
              <a:rPr b="1" lang="es-ES" sz="4000">
                <a:latin typeface="Calibri"/>
                <a:ea typeface="Calibri"/>
                <a:cs typeface="Calibri"/>
                <a:sym typeface="Calibri"/>
              </a:rPr>
              <a:t>TodoFreak</a:t>
            </a:r>
            <a:r>
              <a:rPr lang="es-ES" sz="4000">
                <a:latin typeface="Calibri"/>
                <a:ea typeface="Calibri"/>
                <a:cs typeface="Calibri"/>
                <a:sym typeface="Calibri"/>
              </a:rPr>
              <a:t> pretende modernizar y optimizar su negocio, así atraer una mayor clientela y otorgar mejor comodidad en sus servicios</a:t>
            </a:r>
            <a:endParaRPr sz="4000">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d3888d16c9_0_6"/>
          <p:cNvSpPr txBox="1"/>
          <p:nvPr>
            <p:ph idx="1" type="body"/>
          </p:nvPr>
        </p:nvSpPr>
        <p:spPr>
          <a:xfrm>
            <a:off x="727227" y="755454"/>
            <a:ext cx="16792500" cy="738900"/>
          </a:xfrm>
          <a:prstGeom prst="rect">
            <a:avLst/>
          </a:prstGeom>
        </p:spPr>
        <p:txBody>
          <a:bodyPr anchorCtr="0" anchor="t" bIns="0" lIns="0" spcFirstLastPara="1" rIns="0" wrap="square" tIns="0">
            <a:spAutoFit/>
          </a:bodyPr>
          <a:lstStyle/>
          <a:p>
            <a:pPr indent="0" lvl="0" marL="0" rtl="0" algn="r">
              <a:spcBef>
                <a:spcPts val="0"/>
              </a:spcBef>
              <a:spcAft>
                <a:spcPts val="0"/>
              </a:spcAft>
              <a:buNone/>
            </a:pPr>
            <a:r>
              <a:rPr lang="es-ES"/>
              <a:t>Objetivo del proyecto</a:t>
            </a:r>
            <a:endParaRPr/>
          </a:p>
        </p:txBody>
      </p:sp>
      <p:sp>
        <p:nvSpPr>
          <p:cNvPr id="111" name="Google Shape;111;g3d3888d16c9_0_6"/>
          <p:cNvSpPr txBox="1"/>
          <p:nvPr/>
        </p:nvSpPr>
        <p:spPr>
          <a:xfrm>
            <a:off x="1600875" y="2887900"/>
            <a:ext cx="17758200" cy="664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ES" sz="3500">
                <a:latin typeface="Calibri"/>
                <a:ea typeface="Calibri"/>
                <a:cs typeface="Calibri"/>
                <a:sym typeface="Calibri"/>
              </a:rPr>
              <a:t>* Creación de eventos</a:t>
            </a:r>
            <a:endParaRPr sz="3500">
              <a:latin typeface="Calibri"/>
              <a:ea typeface="Calibri"/>
              <a:cs typeface="Calibri"/>
              <a:sym typeface="Calibri"/>
            </a:endParaRPr>
          </a:p>
          <a:p>
            <a:pPr indent="-450850" lvl="0" marL="457200" rtl="0" algn="l">
              <a:spcBef>
                <a:spcPts val="0"/>
              </a:spcBef>
              <a:spcAft>
                <a:spcPts val="0"/>
              </a:spcAft>
              <a:buSzPts val="3500"/>
              <a:buFont typeface="Calibri"/>
              <a:buChar char="-"/>
            </a:pPr>
            <a:r>
              <a:rPr lang="es-ES" sz="3500">
                <a:latin typeface="Calibri"/>
                <a:ea typeface="Calibri"/>
                <a:cs typeface="Calibri"/>
                <a:sym typeface="Calibri"/>
              </a:rPr>
              <a:t>Poder crear eventos caracterizados y enfocados en juegos de cartas,siendo estos los disponibles en la tienda.</a:t>
            </a:r>
            <a:endParaRPr sz="3500">
              <a:latin typeface="Calibri"/>
              <a:ea typeface="Calibri"/>
              <a:cs typeface="Calibri"/>
              <a:sym typeface="Calibri"/>
            </a:endParaRPr>
          </a:p>
          <a:p>
            <a:pPr indent="0" lvl="0" marL="0" rtl="0" algn="l">
              <a:spcBef>
                <a:spcPts val="0"/>
              </a:spcBef>
              <a:spcAft>
                <a:spcPts val="0"/>
              </a:spcAft>
              <a:buNone/>
            </a:pPr>
            <a:r>
              <a:rPr lang="es-ES" sz="3500">
                <a:latin typeface="Calibri"/>
                <a:ea typeface="Calibri"/>
                <a:cs typeface="Calibri"/>
                <a:sym typeface="Calibri"/>
              </a:rPr>
              <a:t>* Aumentar público </a:t>
            </a:r>
            <a:endParaRPr sz="3500">
              <a:latin typeface="Calibri"/>
              <a:ea typeface="Calibri"/>
              <a:cs typeface="Calibri"/>
              <a:sym typeface="Calibri"/>
            </a:endParaRPr>
          </a:p>
          <a:p>
            <a:pPr indent="-450850" lvl="0" marL="457200" rtl="0" algn="l">
              <a:spcBef>
                <a:spcPts val="0"/>
              </a:spcBef>
              <a:spcAft>
                <a:spcPts val="0"/>
              </a:spcAft>
              <a:buSzPts val="3500"/>
              <a:buFont typeface="Calibri"/>
              <a:buChar char="-"/>
            </a:pPr>
            <a:r>
              <a:rPr lang="es-ES" sz="3500">
                <a:latin typeface="Calibri"/>
                <a:ea typeface="Calibri"/>
                <a:cs typeface="Calibri"/>
                <a:sym typeface="Calibri"/>
              </a:rPr>
              <a:t>Tras tener mejores herramientas para facilitar la fluidez en las organización de éstos eventos y como anexo la opción de alimento dentro del recinto, dará un lugar más placentero para la clientela general.</a:t>
            </a:r>
            <a:endParaRPr sz="3500">
              <a:latin typeface="Calibri"/>
              <a:ea typeface="Calibri"/>
              <a:cs typeface="Calibri"/>
              <a:sym typeface="Calibri"/>
            </a:endParaRPr>
          </a:p>
          <a:p>
            <a:pPr indent="0" lvl="0" marL="0" rtl="0" algn="l">
              <a:spcBef>
                <a:spcPts val="0"/>
              </a:spcBef>
              <a:spcAft>
                <a:spcPts val="0"/>
              </a:spcAft>
              <a:buNone/>
            </a:pPr>
            <a:r>
              <a:rPr lang="es-ES" sz="3500">
                <a:latin typeface="Calibri"/>
                <a:ea typeface="Calibri"/>
                <a:cs typeface="Calibri"/>
                <a:sym typeface="Calibri"/>
              </a:rPr>
              <a:t>*Aumentar ventas</a:t>
            </a:r>
            <a:endParaRPr sz="3500">
              <a:latin typeface="Calibri"/>
              <a:ea typeface="Calibri"/>
              <a:cs typeface="Calibri"/>
              <a:sym typeface="Calibri"/>
            </a:endParaRPr>
          </a:p>
          <a:p>
            <a:pPr indent="-450850" lvl="0" marL="457200" rtl="0" algn="l">
              <a:spcBef>
                <a:spcPts val="0"/>
              </a:spcBef>
              <a:spcAft>
                <a:spcPts val="0"/>
              </a:spcAft>
              <a:buSzPts val="3500"/>
              <a:buFont typeface="Calibri"/>
              <a:buChar char="-"/>
            </a:pPr>
            <a:r>
              <a:rPr lang="es-ES" sz="3500">
                <a:latin typeface="Calibri"/>
                <a:ea typeface="Calibri"/>
                <a:cs typeface="Calibri"/>
                <a:sym typeface="Calibri"/>
              </a:rPr>
              <a:t>Aumentando clientela, también aumentas las ventas.</a:t>
            </a:r>
            <a:endParaRPr sz="3500">
              <a:latin typeface="Calibri"/>
              <a:ea typeface="Calibri"/>
              <a:cs typeface="Calibri"/>
              <a:sym typeface="Calibri"/>
            </a:endParaRPr>
          </a:p>
          <a:p>
            <a:pPr indent="0" lvl="0" marL="0" rtl="0" algn="l">
              <a:spcBef>
                <a:spcPts val="0"/>
              </a:spcBef>
              <a:spcAft>
                <a:spcPts val="0"/>
              </a:spcAft>
              <a:buNone/>
            </a:pPr>
            <a:r>
              <a:rPr lang="es-ES" sz="3500">
                <a:latin typeface="Calibri"/>
                <a:ea typeface="Calibri"/>
                <a:cs typeface="Calibri"/>
                <a:sym typeface="Calibri"/>
              </a:rPr>
              <a:t>* Optimizar costos de gastos comunes</a:t>
            </a:r>
            <a:endParaRPr sz="3500">
              <a:latin typeface="Calibri"/>
              <a:ea typeface="Calibri"/>
              <a:cs typeface="Calibri"/>
              <a:sym typeface="Calibri"/>
            </a:endParaRPr>
          </a:p>
          <a:p>
            <a:pPr indent="-450850" lvl="0" marL="457200" rtl="0" algn="l">
              <a:spcBef>
                <a:spcPts val="0"/>
              </a:spcBef>
              <a:spcAft>
                <a:spcPts val="0"/>
              </a:spcAft>
              <a:buSzPts val="3500"/>
              <a:buFont typeface="Calibri"/>
              <a:buChar char="-"/>
            </a:pPr>
            <a:r>
              <a:rPr lang="es-ES" sz="3500">
                <a:latin typeface="Calibri"/>
                <a:ea typeface="Calibri"/>
                <a:cs typeface="Calibri"/>
                <a:sym typeface="Calibri"/>
              </a:rPr>
              <a:t>Un problema particular es el gasto en luz dentro del recinto. La especialización en la aplicación permitirá solventar los gastos comunes dentro de este.</a:t>
            </a:r>
            <a:endParaRPr sz="3500">
              <a:latin typeface="Calibri"/>
              <a:ea typeface="Calibri"/>
              <a:cs typeface="Calibri"/>
              <a:sym typeface="Calibri"/>
            </a:endParaRPr>
          </a:p>
        </p:txBody>
      </p:sp>
      <p:sp>
        <p:nvSpPr>
          <p:cNvPr id="112" name="Google Shape;112;g3d3888d16c9_0_6"/>
          <p:cNvSpPr txBox="1"/>
          <p:nvPr>
            <p:ph idx="1" type="body"/>
          </p:nvPr>
        </p:nvSpPr>
        <p:spPr>
          <a:xfrm>
            <a:off x="1108227" y="2009679"/>
            <a:ext cx="16792500" cy="615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0" lang="es-ES" sz="4000"/>
              <a:t>La aplicación dispone con éstos objetivos en mente:</a:t>
            </a:r>
            <a:endParaRPr b="0" sz="4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g3d3888d16c9_0_31"/>
          <p:cNvSpPr txBox="1"/>
          <p:nvPr>
            <p:ph idx="1" type="body"/>
          </p:nvPr>
        </p:nvSpPr>
        <p:spPr>
          <a:xfrm>
            <a:off x="727227" y="755454"/>
            <a:ext cx="16792500" cy="738900"/>
          </a:xfrm>
          <a:prstGeom prst="rect">
            <a:avLst/>
          </a:prstGeom>
        </p:spPr>
        <p:txBody>
          <a:bodyPr anchorCtr="0" anchor="t" bIns="0" lIns="0" spcFirstLastPara="1" rIns="0" wrap="square" tIns="0">
            <a:spAutoFit/>
          </a:bodyPr>
          <a:lstStyle/>
          <a:p>
            <a:pPr indent="0" lvl="0" marL="0" rtl="0" algn="r">
              <a:spcBef>
                <a:spcPts val="0"/>
              </a:spcBef>
              <a:spcAft>
                <a:spcPts val="0"/>
              </a:spcAft>
              <a:buNone/>
            </a:pPr>
            <a:r>
              <a:rPr lang="es-ES"/>
              <a:t>Alcance del proyecto</a:t>
            </a:r>
            <a:endParaRPr/>
          </a:p>
        </p:txBody>
      </p:sp>
      <p:sp>
        <p:nvSpPr>
          <p:cNvPr id="119" name="Google Shape;119;g3d3888d16c9_0_31"/>
          <p:cNvSpPr txBox="1"/>
          <p:nvPr/>
        </p:nvSpPr>
        <p:spPr>
          <a:xfrm>
            <a:off x="1655800" y="2273300"/>
            <a:ext cx="16792500" cy="5486400"/>
          </a:xfrm>
          <a:prstGeom prst="rect">
            <a:avLst/>
          </a:prstGeom>
          <a:noFill/>
          <a:ln>
            <a:noFill/>
          </a:ln>
        </p:spPr>
        <p:txBody>
          <a:bodyPr anchorCtr="0" anchor="t" bIns="91425" lIns="91425" spcFirstLastPara="1" rIns="91425" wrap="square" tIns="91425">
            <a:noAutofit/>
          </a:bodyPr>
          <a:lstStyle/>
          <a:p>
            <a:pPr indent="-463550" lvl="0" marL="457200" rtl="0" algn="l">
              <a:spcBef>
                <a:spcPts val="0"/>
              </a:spcBef>
              <a:spcAft>
                <a:spcPts val="0"/>
              </a:spcAft>
              <a:buSzPts val="3700"/>
              <a:buFont typeface="Calibri"/>
              <a:buChar char="●"/>
            </a:pPr>
            <a:r>
              <a:rPr lang="es-ES" sz="3700">
                <a:latin typeface="Calibri"/>
                <a:ea typeface="Calibri"/>
                <a:cs typeface="Calibri"/>
                <a:sym typeface="Calibri"/>
              </a:rPr>
              <a:t>Uno de los focos que se llegan en mente es que la aplicación mantenga una alta escabilidad para futuras modificaciones, tomando en cuenta la estructura con la que se creará la aplicación.</a:t>
            </a:r>
            <a:endParaRPr sz="3700">
              <a:latin typeface="Calibri"/>
              <a:ea typeface="Calibri"/>
              <a:cs typeface="Calibri"/>
              <a:sym typeface="Calibri"/>
            </a:endParaRPr>
          </a:p>
          <a:p>
            <a:pPr indent="0" lvl="0" marL="457200" rtl="0" algn="l">
              <a:spcBef>
                <a:spcPts val="0"/>
              </a:spcBef>
              <a:spcAft>
                <a:spcPts val="0"/>
              </a:spcAft>
              <a:buNone/>
            </a:pPr>
            <a:r>
              <a:t/>
            </a:r>
            <a:endParaRPr sz="3700">
              <a:latin typeface="Calibri"/>
              <a:ea typeface="Calibri"/>
              <a:cs typeface="Calibri"/>
              <a:sym typeface="Calibri"/>
            </a:endParaRPr>
          </a:p>
          <a:p>
            <a:pPr indent="-463550" lvl="0" marL="457200" rtl="0" algn="l">
              <a:spcBef>
                <a:spcPts val="0"/>
              </a:spcBef>
              <a:spcAft>
                <a:spcPts val="0"/>
              </a:spcAft>
              <a:buSzPts val="3700"/>
              <a:buFont typeface="Calibri"/>
              <a:buChar char="●"/>
            </a:pPr>
            <a:r>
              <a:rPr lang="es-ES" sz="3700">
                <a:solidFill>
                  <a:schemeClr val="dk1"/>
                </a:solidFill>
                <a:latin typeface="Calibri"/>
                <a:ea typeface="Calibri"/>
                <a:cs typeface="Calibri"/>
                <a:sym typeface="Calibri"/>
              </a:rPr>
              <a:t>Luego de haber completado el proyecto, la aplicación también trae potencial para poder llevarse a un uso más allá de solamente un cliente. </a:t>
            </a:r>
            <a:endParaRPr sz="3700">
              <a:solidFill>
                <a:schemeClr val="dk1"/>
              </a:solidFill>
              <a:latin typeface="Calibri"/>
              <a:ea typeface="Calibri"/>
              <a:cs typeface="Calibri"/>
              <a:sym typeface="Calibri"/>
            </a:endParaRPr>
          </a:p>
          <a:p>
            <a:pPr indent="0" lvl="0" marL="457200" rtl="0" algn="l">
              <a:spcBef>
                <a:spcPts val="0"/>
              </a:spcBef>
              <a:spcAft>
                <a:spcPts val="0"/>
              </a:spcAft>
              <a:buNone/>
            </a:pPr>
            <a:r>
              <a:t/>
            </a:r>
            <a:endParaRPr sz="3700">
              <a:solidFill>
                <a:schemeClr val="dk1"/>
              </a:solidFill>
              <a:latin typeface="Calibri"/>
              <a:ea typeface="Calibri"/>
              <a:cs typeface="Calibri"/>
              <a:sym typeface="Calibri"/>
            </a:endParaRPr>
          </a:p>
          <a:p>
            <a:pPr indent="-463550" lvl="0" marL="457200" rtl="0" algn="l">
              <a:spcBef>
                <a:spcPts val="0"/>
              </a:spcBef>
              <a:spcAft>
                <a:spcPts val="0"/>
              </a:spcAft>
              <a:buClr>
                <a:schemeClr val="dk1"/>
              </a:buClr>
              <a:buSzPts val="3700"/>
              <a:buFont typeface="Calibri"/>
              <a:buChar char="●"/>
            </a:pPr>
            <a:r>
              <a:rPr lang="es-ES" sz="3700">
                <a:solidFill>
                  <a:schemeClr val="dk1"/>
                </a:solidFill>
                <a:latin typeface="Calibri"/>
                <a:ea typeface="Calibri"/>
                <a:cs typeface="Calibri"/>
                <a:sym typeface="Calibri"/>
              </a:rPr>
              <a:t>Se espera que la aplicación quede en un estado tal, que no necesite mantención pasado 3 meses de la entrega final de ésta. Es decir, que la aplicación pueda tomar una forma definitva, la que pueda funcionar indefinidamente.</a:t>
            </a:r>
            <a:endParaRPr sz="37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3d3888d16c9_0_16"/>
          <p:cNvSpPr txBox="1"/>
          <p:nvPr>
            <p:ph idx="1" type="body"/>
          </p:nvPr>
        </p:nvSpPr>
        <p:spPr>
          <a:xfrm>
            <a:off x="727227" y="755454"/>
            <a:ext cx="16792500" cy="738900"/>
          </a:xfrm>
          <a:prstGeom prst="rect">
            <a:avLst/>
          </a:prstGeom>
        </p:spPr>
        <p:txBody>
          <a:bodyPr anchorCtr="0" anchor="t" bIns="0" lIns="0" spcFirstLastPara="1" rIns="0" wrap="square" tIns="0">
            <a:spAutoFit/>
          </a:bodyPr>
          <a:lstStyle/>
          <a:p>
            <a:pPr indent="0" lvl="0" marL="0" rtl="0" algn="r">
              <a:spcBef>
                <a:spcPts val="0"/>
              </a:spcBef>
              <a:spcAft>
                <a:spcPts val="0"/>
              </a:spcAft>
              <a:buNone/>
            </a:pPr>
            <a:r>
              <a:rPr lang="es-ES"/>
              <a:t>Tiempo asociado  </a:t>
            </a:r>
            <a:endParaRPr/>
          </a:p>
        </p:txBody>
      </p:sp>
      <p:sp>
        <p:nvSpPr>
          <p:cNvPr id="126" name="Google Shape;126;g3d3888d16c9_0_16"/>
          <p:cNvSpPr txBox="1"/>
          <p:nvPr/>
        </p:nvSpPr>
        <p:spPr>
          <a:xfrm>
            <a:off x="1916750" y="2737550"/>
            <a:ext cx="17162400" cy="568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4000">
                <a:latin typeface="Calibri"/>
                <a:ea typeface="Calibri"/>
                <a:cs typeface="Calibri"/>
                <a:sym typeface="Calibri"/>
              </a:rPr>
              <a:t>Se representara en la carta Gantt</a:t>
            </a:r>
            <a:endParaRPr b="1" sz="40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d3888d16c9_0_11"/>
          <p:cNvSpPr txBox="1"/>
          <p:nvPr>
            <p:ph idx="1" type="body"/>
          </p:nvPr>
        </p:nvSpPr>
        <p:spPr>
          <a:xfrm>
            <a:off x="727227" y="755454"/>
            <a:ext cx="16792500" cy="738900"/>
          </a:xfrm>
          <a:prstGeom prst="rect">
            <a:avLst/>
          </a:prstGeom>
        </p:spPr>
        <p:txBody>
          <a:bodyPr anchorCtr="0" anchor="t" bIns="0" lIns="0" spcFirstLastPara="1" rIns="0" wrap="square" tIns="0">
            <a:spAutoFit/>
          </a:bodyPr>
          <a:lstStyle/>
          <a:p>
            <a:pPr indent="0" lvl="0" marL="0" rtl="0" algn="r">
              <a:spcBef>
                <a:spcPts val="0"/>
              </a:spcBef>
              <a:spcAft>
                <a:spcPts val="0"/>
              </a:spcAft>
              <a:buNone/>
            </a:pPr>
            <a:r>
              <a:rPr lang="es-ES"/>
              <a:t>Solución propuesta</a:t>
            </a:r>
            <a:endParaRPr/>
          </a:p>
        </p:txBody>
      </p:sp>
      <p:sp>
        <p:nvSpPr>
          <p:cNvPr id="133" name="Google Shape;133;g3d3888d16c9_0_11"/>
          <p:cNvSpPr txBox="1"/>
          <p:nvPr/>
        </p:nvSpPr>
        <p:spPr>
          <a:xfrm>
            <a:off x="331100" y="3289500"/>
            <a:ext cx="19884900" cy="6023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ES" sz="3000">
                <a:solidFill>
                  <a:schemeClr val="dk1"/>
                </a:solidFill>
              </a:rPr>
              <a:t>La solución se divide en dos frentes principales:</a:t>
            </a:r>
            <a:endParaRPr sz="3000">
              <a:solidFill>
                <a:schemeClr val="dk1"/>
              </a:solidFill>
            </a:endParaRPr>
          </a:p>
          <a:p>
            <a:pPr indent="-419100" lvl="0" marL="457200" rtl="0" algn="l">
              <a:lnSpc>
                <a:spcPct val="115000"/>
              </a:lnSpc>
              <a:spcBef>
                <a:spcPts val="1200"/>
              </a:spcBef>
              <a:spcAft>
                <a:spcPts val="0"/>
              </a:spcAft>
              <a:buClr>
                <a:schemeClr val="dk1"/>
              </a:buClr>
              <a:buSzPts val="3000"/>
              <a:buChar char="●"/>
            </a:pPr>
            <a:r>
              <a:rPr b="1" lang="es-ES" sz="3000">
                <a:solidFill>
                  <a:schemeClr val="dk1"/>
                </a:solidFill>
              </a:rPr>
              <a:t>Para los usuarios/clientes:</a:t>
            </a:r>
            <a:r>
              <a:rPr lang="es-ES" sz="3000">
                <a:solidFill>
                  <a:schemeClr val="dk1"/>
                </a:solidFill>
              </a:rPr>
              <a:t> Podrán registrarse por sí mismos en los eventos publicados, visualizar la cartelera de actividades y realizar consultas directas sobre productos a través de un sistema de solicitudes en la app.</a:t>
            </a:r>
            <a:endParaRPr sz="3000">
              <a:solidFill>
                <a:schemeClr val="dk1"/>
              </a:solidFill>
            </a:endParaRPr>
          </a:p>
          <a:p>
            <a:pPr indent="-419100" lvl="0" marL="457200" rtl="0" algn="l">
              <a:lnSpc>
                <a:spcPct val="115000"/>
              </a:lnSpc>
              <a:spcBef>
                <a:spcPts val="0"/>
              </a:spcBef>
              <a:spcAft>
                <a:spcPts val="0"/>
              </a:spcAft>
              <a:buClr>
                <a:schemeClr val="dk1"/>
              </a:buClr>
              <a:buSzPts val="3000"/>
              <a:buChar char="●"/>
            </a:pPr>
            <a:r>
              <a:rPr b="1" lang="es-ES" sz="3000">
                <a:solidFill>
                  <a:schemeClr val="dk1"/>
                </a:solidFill>
              </a:rPr>
              <a:t>Para el administrador (Cesar):</a:t>
            </a:r>
            <a:r>
              <a:rPr lang="es-ES" sz="3000">
                <a:solidFill>
                  <a:schemeClr val="dk1"/>
                </a:solidFill>
              </a:rPr>
              <a:t> Contará con un panel de control dedicado para publicar avisos, gestionar los eventos de forma automatizada y recibir </a:t>
            </a:r>
            <a:r>
              <a:rPr b="1" lang="es-ES" sz="3000">
                <a:solidFill>
                  <a:schemeClr val="dk1"/>
                </a:solidFill>
              </a:rPr>
              <a:t>notificaciones en tiempo real</a:t>
            </a:r>
            <a:r>
              <a:rPr lang="es-ES" sz="3000">
                <a:solidFill>
                  <a:schemeClr val="dk1"/>
                </a:solidFill>
              </a:rPr>
              <a:t> cuando un usuario abandone un evento. Esto le permitirá reofertar el cupo inmediatamente a otro cliente.</a:t>
            </a:r>
            <a:endParaRPr sz="3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ES" sz="3000">
                <a:solidFill>
                  <a:schemeClr val="dk1"/>
                </a:solidFill>
              </a:rPr>
              <a:t>Técnicamente, la solución será escalable y segura, construida bajo una arquitectura de microservicios utilizando </a:t>
            </a:r>
            <a:r>
              <a:rPr b="1" lang="es-ES" sz="3000">
                <a:solidFill>
                  <a:schemeClr val="dk1"/>
                </a:solidFill>
              </a:rPr>
              <a:t>Spring Boot</a:t>
            </a:r>
            <a:r>
              <a:rPr lang="es-ES" sz="3000">
                <a:solidFill>
                  <a:schemeClr val="dk1"/>
                </a:solidFill>
              </a:rPr>
              <a:t> para el backend, y </a:t>
            </a:r>
            <a:r>
              <a:rPr b="1" lang="es-ES" sz="3000">
                <a:solidFill>
                  <a:schemeClr val="dk1"/>
                </a:solidFill>
              </a:rPr>
              <a:t>Ionic, Angular y Capacitor</a:t>
            </a:r>
            <a:r>
              <a:rPr lang="es-ES" sz="3000">
                <a:solidFill>
                  <a:schemeClr val="dk1"/>
                </a:solidFill>
              </a:rPr>
              <a:t> para el entorno móvil, cumpliendo estrictamente con normativas de protección de datos (Ley 19.628 y GDPR).</a:t>
            </a:r>
            <a:endParaRPr sz="3000">
              <a:solidFill>
                <a:schemeClr val="dk1"/>
              </a:solidFill>
            </a:endParaRPr>
          </a:p>
          <a:p>
            <a:pPr indent="0" lvl="0" marL="0" rtl="0" algn="l">
              <a:spcBef>
                <a:spcPts val="1200"/>
              </a:spcBef>
              <a:spcAft>
                <a:spcPts val="0"/>
              </a:spcAft>
              <a:buNone/>
            </a:pPr>
            <a:r>
              <a:t/>
            </a:r>
            <a:endParaRPr sz="180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6"/>
          <p:cNvSpPr txBox="1"/>
          <p:nvPr>
            <p:ph type="title"/>
          </p:nvPr>
        </p:nvSpPr>
        <p:spPr>
          <a:xfrm>
            <a:off x="4794250" y="5349875"/>
            <a:ext cx="9020022" cy="830997"/>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sz="5400"/>
              <a:t>Conclusión y Reflexión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8"/>
          <p:cNvSpPr txBox="1"/>
          <p:nvPr/>
        </p:nvSpPr>
        <p:spPr>
          <a:xfrm>
            <a:off x="1974850" y="6950075"/>
            <a:ext cx="8305800" cy="738664"/>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b="1" i="0" lang="es-ES" sz="4800">
                <a:solidFill>
                  <a:srgbClr val="257CE1"/>
                </a:solidFill>
                <a:latin typeface="Arial"/>
                <a:ea typeface="Arial"/>
                <a:cs typeface="Arial"/>
                <a:sym typeface="Arial"/>
              </a:rPr>
              <a:t>Bibliografía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9"/>
          <p:cNvSpPr txBox="1"/>
          <p:nvPr>
            <p:ph type="title"/>
          </p:nvPr>
        </p:nvSpPr>
        <p:spPr>
          <a:xfrm>
            <a:off x="2432050" y="714594"/>
            <a:ext cx="16988263" cy="738664"/>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Bibliografía</a:t>
            </a:r>
            <a:endParaRPr/>
          </a:p>
        </p:txBody>
      </p:sp>
      <p:sp>
        <p:nvSpPr>
          <p:cNvPr id="149" name="Google Shape;149;p9"/>
          <p:cNvSpPr txBox="1"/>
          <p:nvPr/>
        </p:nvSpPr>
        <p:spPr>
          <a:xfrm>
            <a:off x="2203450" y="2301875"/>
            <a:ext cx="14935200" cy="535531"/>
          </a:xfrm>
          <a:prstGeom prst="rect">
            <a:avLst/>
          </a:prstGeom>
          <a:noFill/>
          <a:ln>
            <a:noFill/>
          </a:ln>
        </p:spPr>
        <p:txBody>
          <a:bodyPr anchorCtr="0" anchor="t" bIns="45700" lIns="91425" spcFirstLastPara="1" rIns="91425" wrap="square" tIns="45700">
            <a:spAutoFit/>
          </a:bodyPr>
          <a:lstStyle/>
          <a:p>
            <a:pPr indent="0" lvl="0" marL="0" rtl="0" algn="just">
              <a:lnSpc>
                <a:spcPct val="90000"/>
              </a:lnSpc>
              <a:spcBef>
                <a:spcPts val="0"/>
              </a:spcBef>
              <a:spcAft>
                <a:spcPts val="0"/>
              </a:spcAft>
              <a:buNone/>
            </a:pPr>
            <a:r>
              <a:rPr lang="es-ES" sz="3200">
                <a:solidFill>
                  <a:srgbClr val="244061"/>
                </a:solidFill>
              </a:rPr>
              <a:t>Norma APA 7ma Edición.</a:t>
            </a:r>
            <a:endParaRPr sz="3200">
              <a:solidFill>
                <a:srgbClr val="24406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2022-07-20T19:15:37Z</dcterms:created>
  <dc:creator>Lionel  Pizarro Melo</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2022-07-20T00:00:00Z</vt:filetime>
  </property>
  <property fmtid="{D5CDD505-2E9C-101B-9397-08002B2CF9AE}" pid="3" name="Creator">
    <vt:lpwstr>Adobe Illustrator 26.3 (Macintosh)</vt:lpwstr>
  </property>
  <property fmtid="{D5CDD505-2E9C-101B-9397-08002B2CF9AE}" pid="4" name="CreatorVersion">
    <vt:lpwstr>21.0.0</vt:lpwstr>
  </property>
  <property fmtid="{D5CDD505-2E9C-101B-9397-08002B2CF9AE}" pid="5" name="LastSaved">
    <vt:filetime>2022-07-20T00:00:00Z</vt:filetime>
  </property>
  <property fmtid="{D5CDD505-2E9C-101B-9397-08002B2CF9AE}" pid="6" name="Producer">
    <vt:lpwstr>Adobe PDF library 15.00</vt:lpwstr>
  </property>
  <property fmtid="{D5CDD505-2E9C-101B-9397-08002B2CF9AE}" pid="7" name="ContentTypeId">
    <vt:lpwstr>0x010100AF28BDBD65D93F4BA99B6439AFEA320E</vt:lpwstr>
  </property>
</Properties>
</file>